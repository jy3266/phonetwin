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627f95a2-b1f1-894f-f704-a44e42b87ef9}">
          <p14:sldIdLst>
            <p14:sldId id="256"/>
            <p14:sldId id="257"/>
            <p14:sldId id="258"/>
          </p14:sldIdLst>
        </p14:section>
        <p14:section name="개발 내용" id="{cfba0224-dcbf-9448-c2f8-9ecc96ef98b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사용 방법" id="{eb017336-5523-4af0-89ac-0f16a9fe1a7f}">
          <p14:sldIdLst>
            <p14:sldId id="268"/>
            <p14:sldId id="269"/>
            <p14:sldId id="270"/>
            <p14:sldId id="271"/>
            <p14:sldId id="272"/>
          </p14:sldIdLst>
        </p14:section>
        <p14:section name="마무리" id="{c25d18f5-7d52-2323-aee0-e8baef79b51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A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A2B"/>
                </a:solidFill>
                <a:latin typeface="+mn-lt"/>
              </a:rPr>
              <a:t>위치가 바뀐 뒤 진동이 바뀌기까지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지연(ms)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A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같은 Wi-Fi UDP (예상)</c:v>
                  </c:pt>
                  <c:pt idx="1">
                    <c:v>릴레이, PC 안 시험 (실측)</c:v>
                  </c:pt>
                  <c:pt idx="2">
                    <c:v>DigitalOcean 릴레이 (실측)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30</c:v>
                </c:pt>
                <c:pt idx="2">
                  <c:v>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A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A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Twin v4는 휴대폰으로 공간을 스캔하고, 그 스캔을 웹과 언리얼에서 공유하며, 휴대폰 또는 ESP32의 위치에 따라 진동과 소리를 바꾸는 시스템입니다.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위부터 차례로 요청 사항과 결과입니다. 7번 통신 방식은 사용자 질문(블루투스 vs 웹)에 대한 결론이고, 8번은 마지막에 추가된 요청입니다.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FD8E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FE3E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Phone Twin v4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Phone Twin v4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휴대폰 3D 스캔 · 웹 · 언리얼(ARKO) · ESP32 햅틱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개발 정리와 사용 방법 · 2026년 10월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한눈에 보기: 요청한 기능을 모두 구현했습니다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813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전체화면 · 넓은 화각 스캔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스캔 중에만 전체화면, 가장 넓은 카메라 자동 선택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126480" y="128016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4813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더 정밀한 스캔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1.5cm 간격, 여러 번 잰 값의 가중 평균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251460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715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GitHub · 웹 뷰어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91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한 번에 업로드, 웹에서 3D 보기, 다시 불러오기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126480" y="251460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355080" y="2743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715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언리얼 자동 반입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291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C++ 플러그인이 새 스캔을 받아 에셋으로 만듦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95020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휴대폰 ↔ ESP32 스위치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526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언리얼 화면의 [1] / [2] 버튼으로 입력 장치 선택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126480" y="374904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95020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거리 → 진동·소리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526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가까운 표면·사물까지 거리로 진동 세기·소리 조절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548640" y="498348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518464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통신: UDP + 릴레이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760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같은 Wi-Fi UDP가 기본, 다르면 DigitalOcean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6126480" y="4983480"/>
            <a:ext cx="53949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"/>
          <p:cNvSpPr/>
          <p:nvPr/>
        </p:nvSpPr>
        <p:spPr>
          <a:xfrm>
            <a:off x="6355080" y="5212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518464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걷기 테스트 시작 = 시작 스위치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5760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모든 반응은 이 버튼을 누른 뒤에만 동작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전체 구조</a:t>
            </a:r>
            <a:endParaRPr lang="en-US" sz="3000" dirty="0"/>
          </a:p>
        </p:txBody>
      </p:sp>
      <p:sp>
        <p:nvSpPr>
          <p:cNvPr id="3" name="node"/>
          <p:cNvSpPr/>
          <p:nvPr/>
        </p:nvSpPr>
        <p:spPr>
          <a:xfrm>
            <a:off x="548640" y="265176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휴대폰 앱 v4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ARCore 스캔·위치</a:t>
            </a:r>
            <a:endParaRPr lang="en-US" sz="1400" dirty="0"/>
          </a:p>
        </p:txBody>
      </p:sp>
      <p:sp>
        <p:nvSpPr>
          <p:cNvPr id="5" name="node"/>
          <p:cNvSpPr/>
          <p:nvPr/>
        </p:nvSpPr>
        <p:spPr>
          <a:xfrm>
            <a:off x="548640" y="475488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ESP32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UWB 위치 + IMU</a:t>
            </a:r>
            <a:endParaRPr lang="en-US" sz="1400" dirty="0"/>
          </a:p>
        </p:txBody>
      </p:sp>
      <p:sp>
        <p:nvSpPr>
          <p:cNvPr id="7" name="node"/>
          <p:cNvSpPr/>
          <p:nvPr/>
        </p:nvSpPr>
        <p:spPr>
          <a:xfrm>
            <a:off x="4937760" y="3703320"/>
            <a:ext cx="237744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언리얼 ARKO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PhoneTwinLink</a:t>
            </a:r>
            <a:endParaRPr lang="en-US" sz="1400" dirty="0"/>
          </a:p>
        </p:txBody>
      </p:sp>
      <p:sp>
        <p:nvSpPr>
          <p:cNvPr id="9" name="node"/>
          <p:cNvSpPr/>
          <p:nvPr/>
        </p:nvSpPr>
        <p:spPr>
          <a:xfrm>
            <a:off x="4937760" y="137160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저장소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scans/*.ply·json</a:t>
            </a:r>
            <a:endParaRPr lang="en-US" sz="1400" dirty="0"/>
          </a:p>
        </p:txBody>
      </p:sp>
      <p:sp>
        <p:nvSpPr>
          <p:cNvPr id="11" name="node"/>
          <p:cNvSpPr/>
          <p:nvPr/>
        </p:nvSpPr>
        <p:spPr>
          <a:xfrm>
            <a:off x="9235440" y="1371600"/>
            <a:ext cx="23774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웹 뷰어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Pages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9235440" y="475488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DigitalOcean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WebSocket 릴레이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 flipV="1">
            <a:off x="1691640" y="1810512"/>
            <a:ext cx="3246120" cy="84124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82880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① 스캔 업로드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7315200" y="1810512"/>
            <a:ext cx="19202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68096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② 자동 배포</a:t>
            </a:r>
            <a:endParaRPr lang="en-US" sz="1100" dirty="0"/>
          </a:p>
        </p:txBody>
      </p:sp>
      <p:sp>
        <p:nvSpPr>
          <p:cNvPr id="19" name="arrow"/>
          <p:cNvSpPr/>
          <p:nvPr/>
        </p:nvSpPr>
        <p:spPr>
          <a:xfrm>
            <a:off x="6126480" y="2240280"/>
            <a:ext cx="914" cy="1463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6364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③ 90초마다 자동 다운로드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2834640" y="3108960"/>
            <a:ext cx="2103120" cy="9144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429000" y="2971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UDP 위치 PTP1</a:t>
            </a:r>
            <a:endParaRPr lang="en-US" sz="1100" dirty="0"/>
          </a:p>
        </p:txBody>
      </p:sp>
      <p:sp>
        <p:nvSpPr>
          <p:cNvPr id="23" name="arrow"/>
          <p:cNvSpPr/>
          <p:nvPr/>
        </p:nvSpPr>
        <p:spPr>
          <a:xfrm flipV="1">
            <a:off x="2834640" y="4480560"/>
            <a:ext cx="2103120" cy="73152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103120" y="5760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UDP 위치 PTE1 · 진동 PTH1</a:t>
            </a:r>
            <a:endParaRPr lang="en-US" sz="1100" dirty="0"/>
          </a:p>
        </p:txBody>
      </p:sp>
      <p:sp>
        <p:nvSpPr>
          <p:cNvPr id="25" name="arrow"/>
          <p:cNvSpPr/>
          <p:nvPr/>
        </p:nvSpPr>
        <p:spPr>
          <a:xfrm>
            <a:off x="7315200" y="4389120"/>
            <a:ext cx="1920240" cy="7315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headEnd type="triangl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138160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같은 Wi-Fi가 아닐 때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5623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실시간 신호: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같은 Wi-Fi UDP가 기본, 다른 네트워크면 릴레이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GitHub: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스캔 파일 저장·공유 전용 (실시간 불가)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개발 내용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FE3EE"/>
                </a:solidFill>
              </a:rPr>
              <a:t>휴대폰 앱 · 웹 · 언리얼 플러그인 · 통신 · ESP32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휴대폰 앱 v4: 원본은 그대로, 별도 앱으로 복제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전체화면 스캔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스캔을 시작하면 상단바·설정창·시스템 바를 숨김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점 수, 완료·저장 / 취소만 남김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완료·취소·실패 어느 경우든 원래 화면으로 복귀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315968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44568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넓은 화각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44568" y="20574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ARCore가 허용하는 카메라 중 수평 화각이 가장 넓은 것을 자동 선택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스캔 중에는 영상을 자르지 않고 전체 표시 (세로 화면에서 좌우 약 1.6배)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깊이 모드를 켤 때 바뀐 카메라 설정을 되돌림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83296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1896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새 설정 항목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11896" y="20574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 · GitHub 업로드 / 올린 스캔 불러오기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 · 언리얼 연동: 같은 Wi-Fi(UDP) 또는 인터넷 릴레이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앱 이름 "Phone Twin v4", v3와 함께 설치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한계: 대부분의 휴대폰에서 ARCore는 메인 카메라 1개만 씁니다. 초광각 렌즈를 강제로 쓸 수는 없습니다.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스캔 정밀도: 한 번 찍힌 값 대신 여러 번의 평균</a:t>
            </a:r>
            <a:endParaRPr lang="en-US" sz="3000" dirty="0"/>
          </a:p>
        </p:txBody>
      </p:sp>
      <p:sp>
        <p:nvSpPr>
          <p:cNvPr id="3" name="step"/>
          <p:cNvSpPr/>
          <p:nvPr/>
        </p:nvSpPr>
        <p:spPr>
          <a:xfrm>
            <a:off x="111556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깊이 픽셀 전부 사용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1828800" y="1719072"/>
            <a:ext cx="10515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tep"/>
          <p:cNvSpPr/>
          <p:nvPr/>
        </p:nvSpPr>
        <p:spPr>
          <a:xfrm>
            <a:off x="299008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08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신뢰도 60% 미만 제외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703320" y="1719072"/>
            <a:ext cx="10515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tep"/>
          <p:cNvSpPr/>
          <p:nvPr/>
        </p:nvSpPr>
        <p:spPr>
          <a:xfrm>
            <a:off x="486460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경계의 튀는 점 제거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5577840" y="1719072"/>
            <a:ext cx="10515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"/>
          <p:cNvSpPr/>
          <p:nvPr/>
        </p:nvSpPr>
        <p:spPr>
          <a:xfrm>
            <a:off x="673912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3912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빠른 움직임 제외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7452360" y="1719072"/>
            <a:ext cx="10515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tep"/>
          <p:cNvSpPr/>
          <p:nvPr/>
        </p:nvSpPr>
        <p:spPr>
          <a:xfrm>
            <a:off x="861364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1364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1.5cm 칸 가중 평균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9326880" y="1719072"/>
            <a:ext cx="10515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tep"/>
          <p:cNvSpPr/>
          <p:nvPr/>
        </p:nvSpPr>
        <p:spPr>
          <a:xfrm>
            <a:off x="1048816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8816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2회 이상 관측만 저장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2.5→1.5cm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점 간격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3429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80만 점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한 스캔 최대 점 수 (v3 60만)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신뢰도÷거리²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가중치: 가깝고 확실한 측정일수록 크게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천천히 훑을수록 같은 자리를 여러 번 재므로 정밀해집니다. 관측 횟수를 3으로 올리면 잡음이 더 줄고, 1로 내리면 점이 늘어납니다.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GitHub와 웹 뷰어: 스캔을 저장하고 어디서나 보기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업로드 (앱 설정 8번)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PLY + 메타(A·B, 사물, AI 사물) + 목록을 한 커밋으로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저장소: github.com/jy3266/PhoneTwin (공개)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토큰은 이 저장소 Contents 쓰기 권한만, 휴대폰 안에만 저장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813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웹 뷰어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jy3266.github.io/PhoneTwin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스캔 목록, 3D 점군, A·B 표시, 사물 이름표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실시간 위치 패널: 휴대폰·ESP32 위치와 진동 세기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95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올린 스캔 다시 불러오기: 다른 장소와 크기 비교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설정 1번 또는 8번 → ☁ GitHub에 올린 스캔 불러오기 → 목록에서 선택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새 장소에서 현장 A·B를 기록하면 "스캔 A–B / 현장 A–B · 차이 %"로 길이를 바로 비교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 겹쳐보기로 예전 공간을 현재 장소 위에 겹쳐 봄 (크기 비교 때는 스케일 보정을 끄기)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언리얼 플러그인 PhoneTwinLink (C++)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스캔 자동 반입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에디터가 켜져 있으면 90초마다 GitHub 확인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원본은 ARKO_PROJECT/PhoneTwinScans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Content/PhoneTwinScans에 포인트클라우드 에셋 생성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Play를 누르면 가장 최근 스캔이 자동으로 뜸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315968" y="128016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44568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거리 → 진동·소리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44568" y="20574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손(장치) 위치에서 가장 가까운 표면·사물까지 거리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30cm에서 시작, 3cm 이하면 접촉 (조절 가능)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ESP32·휴대폰에 초당 30번 진동 세기 전송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사물별 소리: 가까울수록 크게, 뒤쪽은 30%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83296" y="128016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1896" y="1481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화면 패널(HUD)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11896" y="20574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[1] 휴대폰 / [2] ESP32 입력 스위치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연결 상태, 거리, 세기 막대, 릴레이 왕복 시간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 시점 따라가기 · H 레벨 메쉬 숨김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블루프린트 이벤트 On Proximity 제공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통신 방식: 같은 Wi-Fi UDP가 가장 빠름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한 방향 지연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판단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같은 Wi-Fi UDP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2~10ms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기본. 전시 현장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블루투스 BLE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15~50ms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Windows 구현 복잡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DO 릴레이 (WebSocket)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실측 약 0.3초*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네트워크가 다를 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GitHub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수 초~수 분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실시간 불가, 저장만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* 장치 → 언리얼 → 장치 전체 왕복. DigitalOcean에는 한국 리전이 없어 싱가포르가 가장 가깝습니다. 언리얼은 두 경로를 동시에 받습니다.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ESP32 (UWB + IMU): 팀원이 채울 자리를 남겨 둠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ESP32 → 언리얼: PTE1 (초당 30번)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UWB 위치(m) + IMU yaw·pitch·roll(°)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readUwbPosition(), readImu() 두 함수만 실제 센서로 채우면 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앵커 거리 → 위치 계산(삼변측량) 함수 포함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217920" y="12801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813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언리얼 → ESP32: PTH1 진동 세기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세기 0~255, 접촉 여부, 사물 번호, 거리(mm)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모터 PWM 세기 조절, 신호가 끊기면 0.3초 뒤 정지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거리 값으로 ESP32 쪽 소리 모듈도 제어 가능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886200"/>
            <a:ext cx="11064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8736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좌표 맞추기: 바닥 테이프 A·B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663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UWB 앵커 0을 바닥 A에, 앵커 1을 B 방향에 두면 보정 없이 스캔과 같은 공간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다르게 두었다면 언리얼의 ESP32 Frame(원점·회전·배율)으로 맞춤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DEMO_MOTION 1이면 센서 없이 원을 그리며 걷는 위치를 보내 언리얼부터 시험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시작 스위치: 걷기 테스트 시작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정렬만 해 두면 아무것도 울리지 않음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걷기 테스트 시작 → 휴대폰 진동·사물 소리·ESP32·언리얼 반응이 함께 켜짐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종료하면 모두 멈춤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휴대폰이 연결되어 있으면 언리얼의 ESP32 입력도 이 버튼을 기다림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진동/ESP32 테스트(1초) 버튼은 장치 점검용이라 예외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검증: 빨간 시험 구에 닿은 상태에서 진동 세기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920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시작 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1920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255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걷기 테스트 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920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종료 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언리얼을 화면 없이 실행하고 실제 UDP로 휴대폰 신호를 흉내 내어 측정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검증 결과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24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Android 단위 테스트 통과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언리얼 자동화 테스트 통과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릴레이 시험 통과 (실서버)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≈0.3초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 릴레이 실측 왕복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3017520"/>
            <a:ext cx="53949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1868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확인함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947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휴대폰·ESP32 두 좌표계가 언리얼에서 같은 결과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업로드 → 언리얼 자동 다운로드·에셋 생성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웹 뷰어 표시, 실시간 위치 패널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언리얼 WebSocket 지연 누적 문제를 찾아 해결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17920" y="3017520"/>
            <a:ext cx="53949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21868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아직 실기기 확인 필요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7947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휴대폰: 전체화면 전환, 실제 화각, 정밀도 효과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휴대폰 ↔ 언리얼 실제 Wi-Fi 연결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ESP32 하드웨어 (UWB·IMU 드라이버는 팀원 몫)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현장 지연과 발열·배터리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사용 방법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FE3EE"/>
                </a:solidFill>
              </a:rPr>
              <a:t>설치 → 스캔·업로드 → 정렬 → 연동 → 걷기 테스트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무엇을 어디에 설치하나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대상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무엇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할 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휴대폰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PhoneTwin-Android-v4.apk (0.4.2)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install 폴더 또는 GitHub Releases에서 설치. 덮어 설치해도 스캔 유지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언리얼 PC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ARKO_PROJECT + PhoneTwinLink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이미 설치·빌드됨. 에디터를 열고 Play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ESP32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esp32/PhoneTwinUWB.ino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Arduino IDE로 업로드. Wi-Fi·언리얼 PC IP 입력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웹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jy3266.github.io/PhoneTwin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설치 없음. 브라우저로 열기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릴레이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DigitalOcean phonetwin-relay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배포 완료. 키는 RELAY_KEY_private.txt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나머지 폴더(android, tools, relay, unreal)는 소스와 시험 도구입니다. 평소에는 필요 없습니다.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사용 순서 6단계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813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스캔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설정 0번 → 스캔 시작 → 벽·가구를 0.5~3m에서 천천히 → 완료·저장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29768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526280" y="15087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4813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업로드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057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설정 8번 → 현재 스캔 업로드 (자동 업로드 체크 가능)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4672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275320" y="15087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4813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언리얼 Play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057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최신 스캔이 자동으로 뜸. G로 즉시 동기화, H로 템플릿 벽 숨김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587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정렬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34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설정 2번 → 현장 A·B 조준·기록. "정렬 완료 · 차이 3% 이내" 확인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526280" y="3886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8587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연동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434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설정 9번 → 같은 Wi-Fi면 PC IP, 아니면 릴레이 → 송신 시작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8046720" y="3657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8587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걷기 테스트 시작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434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위쪽 버튼. 진동·소리·ESP32·언리얼이 함께 시작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언리얼 조작과 설정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키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입력 장치: 휴대폰 / ESP32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장치 시점으로 보기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템플릿 레벨 메쉬 숨김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다음 스캔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GitHub 바로 동기화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마우스 커서 (버튼 클릭용)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669280" y="1371600"/>
            <a:ext cx="594360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57276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Details / 프로젝트 설정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1488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레벨에 Phone Twin Scan 액터를 직접 놓으면 세부 조정 가능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Reaction: 반응 시작 30cm, 접촉 3cm, 바닥 제외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Sound: AI 라벨(chair 등)·사물 이름별 소리 지정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프로젝트 설정 → Phone Twin: 저장소, 릴레이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릴레이 주소는 반드시 따옴표 포함 (ini에서 // 는 주석)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자주 만나는 상황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보이는 것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DataTable Options 창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예전 버전이 원본 .json을 Content에 저장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Cancel. 0.4.2 플러그인에서 해결됨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HUD "대기 중"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휴대폰에서 걷기 테스트를 시작하지 않음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휴대폰 위쪽 걷기 테스트 시작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"정렬/추적 대기"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앱을 다시 켜서 정렬이 풀림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설정 2번에서 현장 A·B 다시 기록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"다른 스캔을 쓰고 있습니다"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휴대폰 스캔이 아직 업로드 안 됨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설정 8번 업로드 → 언리얼 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휴대폰 신호 없음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 IP 비어 있음 · 방화벽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9번에 PC IP 입력, Windows 방화벽 허용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점군이 안 보임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템플릿 벽에 가려짐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언리얼에서 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다음 단계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1. 휴대폰 실기기에서 정렬·걷기 테스트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2. ESP32에 UWB·IMU 센서 연결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3. 현장 Wi-Fi에서 지연 측정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FD8E6"/>
                </a:solidFill>
              </a:rPr>
              <a:t>4. 사물별 소리 제작·지정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one Twin">
  <a:themeElements>
    <a:clrScheme name="Phone Twin">
      <a:dk1>
        <a:srgbClr val="0F1A2B"/>
      </a:dk1>
      <a:lt1>
        <a:srgbClr val="FFFFFF"/>
      </a:lt1>
      <a:dk2>
        <a:srgbClr val="16304D"/>
      </a:dk2>
      <a:lt2>
        <a:srgbClr val="EEF4F8"/>
      </a:lt2>
      <a:accent1>
        <a:srgbClr val="0891B2"/>
      </a:accent1>
      <a:accent2>
        <a:srgbClr val="F97316"/>
      </a:accent2>
      <a:accent3>
        <a:srgbClr val="10B981"/>
      </a:accent3>
      <a:accent4>
        <a:srgbClr val="7C3AED"/>
      </a:accent4>
      <a:accent5>
        <a:srgbClr val="64748B"/>
      </a:accent5>
      <a:accent6>
        <a:srgbClr val="E11D48"/>
      </a:accent6>
      <a:hlink>
        <a:srgbClr val="0891B2"/>
      </a:hlink>
      <a:folHlink>
        <a:srgbClr val="7C3AED"/>
      </a:folHlink>
    </a:clrScheme>
    <a:fontScheme name="Phone Twi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Phone Twin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 Twin v4 — 개발 정리와 사용 방법</dc:title>
  <dc:subject>PptxGenJS Presentation</dc:subject>
  <dc:creator>Phone Twin</dc:creator>
  <cp:lastModifiedBy>Phone Twin</cp:lastModifiedBy>
  <cp:revision>1</cp:revision>
  <dcterms:created xsi:type="dcterms:W3CDTF">2026-10-11T08:01:56Z</dcterms:created>
  <dcterms:modified xsi:type="dcterms:W3CDTF">2026-10-11T08:01:56Z</dcterms:modified>
</cp:coreProperties>
</file>